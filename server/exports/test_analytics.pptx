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Customer Satisfaction Survey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Survey Results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Generated: 1/23/2026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Response Summary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Total Responses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Completed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Partial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Response Rate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100.00%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How satisfied are you with our service?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Response Rate: 100.00% (3 responses)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How likely are you to recommend us?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Response Rate: 100.00% (3 responses)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Which features do you use?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Response Rate: 100.00% (3 responses)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VTrustX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Survey Analytics Report</dc:subject>
  <dc:creator>VTrustX</dc:creator>
  <cp:lastModifiedBy>VTrustX</cp:lastModifiedBy>
  <cp:revision>1</cp:revision>
  <dcterms:created xsi:type="dcterms:W3CDTF">2026-01-23T03:35:54Z</dcterms:created>
  <dcterms:modified xsi:type="dcterms:W3CDTF">2026-01-23T03:35:54Z</dcterms:modified>
</cp:coreProperties>
</file>